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政好：可信政府 AI Agent</dc:title>
  <dc:subject>可信 AI 黑客松 Demo 簡報</dc:subject>
  <dc:creator>Ali、慶霖、Steve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